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52FEB6-7BC9-6C0C-80F5-98F4F1489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83D7B0-EA03-D17B-4E51-0AA66FF6F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CE030E-CB4A-8BB9-22E2-A6474FB9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D5015E-D5E1-2A21-C79A-F2CB70F7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DDD7CA-8F60-822C-1E2C-55459CE2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03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E8DB9-C655-82AF-18BB-E9CB1450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BDB65C-B52D-20C4-7520-19FF7303D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A9EFCF-F5D7-649B-9347-FCCA9FD2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F9B387-3021-F897-3618-F2502884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1D9CAD-A90B-C9A1-4AD3-59707A90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497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7327F4-DD19-106E-06B5-ED38D5CD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092C38-58F7-01CE-D493-11D9C8B63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A0DE4C-0462-01BE-1C09-FC90D728B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6B527E-ACBB-D66C-35C5-4C9EA055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4B29D6-F473-2A71-7EC0-50B758F2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73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5A59E1-0321-5978-1134-EE3A0C25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AC1A9B-378B-15CB-FC5D-374B8C9FA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044483-7D55-E7BD-F79C-22E42696A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ECD5998-A0C5-C31B-AC67-1F945A327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2E68F6-7F9D-90EF-C8FA-777A2077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419EE4-E63C-E957-D62E-48691354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37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93E69-C433-204B-8172-E5AD6E6A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8DFE6C-DE89-F50D-CEC7-FCF20CBF1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27807F-15D1-1937-A982-10CC1E4F8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C2397B-EC7D-2E72-3EC4-D7ABA4924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4A4AD1-1BC2-4005-1796-BBFE989FF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68E34E-D0E2-410B-FC12-7F7D9EFF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3C066AC-6AEA-E33F-9108-86E1FB16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F546D4D-DBBC-CA2E-1C43-D77B6EC7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26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E8247-EFF7-BE9C-7954-D5E86523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A6F2E35-FB70-90CD-31F5-A09AB923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DC116ED-404F-28F2-A366-FAA104ED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BFFB2A2-715A-A37F-F4F4-7A389A05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9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557C649-F729-8265-44C0-EDE2F73D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18919CB-402A-120E-152A-88F2EF7A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5C623D-A366-BD8D-B1D8-9BCA6FB7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21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E808F5-F9AD-45B5-CC79-525D11B2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0C3557-8F4A-DD2C-8F7B-CF5ED9A1C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2307A4-884D-01A1-0EE7-B3133A581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C05F44-C891-C185-6B81-26072693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81A3A0-F104-4189-33A8-B7535B9C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026CEB-A9FD-DEC7-38FE-18561724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856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6E4156-AD89-7F20-6AFC-E11C3A902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D27506-2018-9563-6F43-751FB8F73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BA5FD6-741B-77AC-ADFD-9255F4A05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747B68-6372-98DF-4219-BD619DE1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F949D5-4C6A-7817-9B25-0258BB33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8A763B-F511-1E2D-61EE-BF8B93531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106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BBD598-8768-739F-3180-B48A3BB0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FDF8B0-85C0-A810-3843-12FDF565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5A3827-F844-3B35-E8D6-9F5D5C2D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D49572-BF27-811A-8728-E44091CB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48BE1B-961A-5C17-0AFE-59C7493C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95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6D1F42B-45B2-7931-8104-3AB19A5F3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F87395-89BB-625C-7C23-42A5D274D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6434BD-57ED-68BC-B16C-62C4314F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B293F1-DBCE-07EB-83BA-8F5DC44E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29671A-E235-78E1-7294-D1CD9D3AB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06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DCE738-96C2-0766-1333-EAB431E6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3B556E-5A25-A437-E2DE-0686A8338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04CE95-3F5C-6C0F-6641-5980ADF31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BF4F5-8BD8-4768-B782-B9921C36AE80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F5FD50-0E98-8A9C-5038-C3AA09A95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AA404B-DF6E-A9B3-4834-9F4E932AB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B1586-DACB-47EA-9193-9E3D1157C1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694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kumimoji="1"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kumimoji="1"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CB432F-5ACE-1057-1ABA-59B223ECEF96}"/>
              </a:ext>
            </a:extLst>
          </p:cNvPr>
          <p:cNvSpPr/>
          <p:nvPr/>
        </p:nvSpPr>
        <p:spPr>
          <a:xfrm>
            <a:off x="0" y="3154680"/>
            <a:ext cx="9906000" cy="76200"/>
          </a:xfrm>
          <a:prstGeom prst="rect">
            <a:avLst/>
          </a:prstGeom>
          <a:solidFill>
            <a:srgbClr val="FF3D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BF85B5-F936-3F33-00D2-74C7B6ECD768}"/>
              </a:ext>
            </a:extLst>
          </p:cNvPr>
          <p:cNvSpPr txBox="1"/>
          <p:nvPr/>
        </p:nvSpPr>
        <p:spPr>
          <a:xfrm>
            <a:off x="508000" y="1371600"/>
            <a:ext cx="8890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ja-JP" altLang="en-US" sz="5400" b="1">
                <a:solidFill>
                  <a:srgbClr val="FF3D7A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リフレクト・スイーツ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808A48-4258-DDEC-A076-14A8A36EDBD4}"/>
              </a:ext>
            </a:extLst>
          </p:cNvPr>
          <p:cNvSpPr txBox="1"/>
          <p:nvPr/>
        </p:nvSpPr>
        <p:spPr>
          <a:xfrm>
            <a:off x="508000" y="2578100"/>
            <a:ext cx="889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en-US" altLang="ja-JP" sz="2200">
                <a:solidFill>
                  <a:srgbClr val="FFB347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Reflect Sweets</a:t>
            </a:r>
            <a:endParaRPr kumimoji="1" lang="ja-JP" altLang="en-US" sz="2200">
              <a:solidFill>
                <a:srgbClr val="FFB347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539309-CD4F-9C07-F61D-D26655F2C70C}"/>
              </a:ext>
            </a:extLst>
          </p:cNvPr>
          <p:cNvSpPr txBox="1"/>
          <p:nvPr/>
        </p:nvSpPr>
        <p:spPr>
          <a:xfrm>
            <a:off x="508000" y="3566160"/>
            <a:ext cx="8890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ja-JP" altLang="en-US" sz="26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お菓子キャラで弾を弾き返してボスを倒す</a:t>
            </a:r>
          </a:p>
          <a:p>
            <a:pPr algn="ctr"/>
            <a:r>
              <a:rPr kumimoji="1" lang="ja-JP" altLang="en-US" sz="26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反射特化のボス連戦アクション</a:t>
            </a:r>
          </a:p>
        </p:txBody>
      </p:sp>
    </p:spTree>
    <p:extLst>
      <p:ext uri="{BB962C8B-B14F-4D97-AF65-F5344CB8AC3E}">
        <p14:creationId xmlns:p14="http://schemas.microsoft.com/office/powerpoint/2010/main" val="1068666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B02E833-193F-AD28-8452-A2B245283997}"/>
              </a:ext>
            </a:extLst>
          </p:cNvPr>
          <p:cNvSpPr/>
          <p:nvPr/>
        </p:nvSpPr>
        <p:spPr>
          <a:xfrm>
            <a:off x="635000" y="889000"/>
            <a:ext cx="127000" cy="762000"/>
          </a:xfrm>
          <a:prstGeom prst="rect">
            <a:avLst/>
          </a:prstGeom>
          <a:solidFill>
            <a:srgbClr val="FF3D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7A891B-8F2C-8C67-7E85-01268EE2FC14}"/>
              </a:ext>
            </a:extLst>
          </p:cNvPr>
          <p:cNvSpPr txBox="1"/>
          <p:nvPr/>
        </p:nvSpPr>
        <p:spPr>
          <a:xfrm>
            <a:off x="952500" y="762000"/>
            <a:ext cx="838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3600" b="1">
                <a:solidFill>
                  <a:srgbClr val="FF3D7A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ゲームの核：反射で戦う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01CAA63-DD22-ED29-8F41-0C1BF637BE39}"/>
              </a:ext>
            </a:extLst>
          </p:cNvPr>
          <p:cNvSpPr txBox="1"/>
          <p:nvPr/>
        </p:nvSpPr>
        <p:spPr>
          <a:xfrm>
            <a:off x="952500" y="2159000"/>
            <a:ext cx="800100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自分から殴らない</a:t>
            </a:r>
          </a:p>
          <a:p>
            <a:r>
              <a:rPr kumimoji="1" lang="ja-JP" altLang="en-US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　 敵の攻撃をシールドで弾き返してボスを削る</a:t>
            </a:r>
          </a:p>
          <a:p>
            <a:endParaRPr kumimoji="1" lang="ja-JP" altLang="en-US" sz="2400">
              <a:solidFill>
                <a:srgbClr val="FFF0DB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  <a:p>
            <a:r>
              <a:rPr kumimoji="1" lang="ja-JP" altLang="en-US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左クリック長押しでシールド展開</a:t>
            </a:r>
          </a:p>
          <a:p>
            <a:endParaRPr kumimoji="1" lang="ja-JP" altLang="en-US" sz="2400">
              <a:solidFill>
                <a:srgbClr val="FFF0DB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  <a:p>
            <a:r>
              <a:rPr kumimoji="1" lang="ja-JP" altLang="en-US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タイミングよく弾く「パーフェクト反射」で大ダメージ</a:t>
            </a:r>
          </a:p>
        </p:txBody>
      </p:sp>
    </p:spTree>
    <p:extLst>
      <p:ext uri="{BB962C8B-B14F-4D97-AF65-F5344CB8AC3E}">
        <p14:creationId xmlns:p14="http://schemas.microsoft.com/office/powerpoint/2010/main" val="91447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1084721-08A9-E69C-C112-36509904545E}"/>
              </a:ext>
            </a:extLst>
          </p:cNvPr>
          <p:cNvSpPr/>
          <p:nvPr/>
        </p:nvSpPr>
        <p:spPr>
          <a:xfrm>
            <a:off x="635000" y="889000"/>
            <a:ext cx="127000" cy="762000"/>
          </a:xfrm>
          <a:prstGeom prst="rect">
            <a:avLst/>
          </a:prstGeom>
          <a:solidFill>
            <a:srgbClr val="FF3D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2F8F58-FE23-E1E5-84ED-E121B0BF3D38}"/>
              </a:ext>
            </a:extLst>
          </p:cNvPr>
          <p:cNvSpPr txBox="1"/>
          <p:nvPr/>
        </p:nvSpPr>
        <p:spPr>
          <a:xfrm>
            <a:off x="952500" y="762000"/>
            <a:ext cx="838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en-US" altLang="ja-JP" sz="3600" b="1">
                <a:solidFill>
                  <a:srgbClr val="FF3D7A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4</a:t>
            </a:r>
            <a:r>
              <a:rPr kumimoji="1" lang="ja-JP" altLang="en-US" sz="3600" b="1">
                <a:solidFill>
                  <a:srgbClr val="FF3D7A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キャラ、それぞれ違う反射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72D550F-D36A-C6AF-B646-C8EF3757C87E}"/>
              </a:ext>
            </a:extLst>
          </p:cNvPr>
          <p:cNvSpPr txBox="1"/>
          <p:nvPr/>
        </p:nvSpPr>
        <p:spPr>
          <a:xfrm>
            <a:off x="952500" y="2222500"/>
            <a:ext cx="800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400" b="1">
                <a:solidFill>
                  <a:srgbClr val="FFB347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チョコ ＝ 増殖</a:t>
            </a:r>
          </a:p>
          <a:p>
            <a:r>
              <a:rPr kumimoji="1" lang="ja-JP" altLang="en-US" sz="2400" b="1">
                <a:solidFill>
                  <a:srgbClr val="FFB347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　 </a:t>
            </a:r>
            <a:r>
              <a:rPr kumimoji="1" lang="en-US" altLang="ja-JP" sz="2400" b="1">
                <a:solidFill>
                  <a:srgbClr val="FFB347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4</a:t>
            </a:r>
            <a:r>
              <a:rPr kumimoji="1" lang="ja-JP" altLang="en-US" sz="2400" b="1">
                <a:solidFill>
                  <a:srgbClr val="FFB347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発に増やして撃ち返す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963475-9BB0-0F8B-A5C3-4E91485850C3}"/>
              </a:ext>
            </a:extLst>
          </p:cNvPr>
          <p:cNvSpPr txBox="1"/>
          <p:nvPr/>
        </p:nvSpPr>
        <p:spPr>
          <a:xfrm>
            <a:off x="952500" y="3238500"/>
            <a:ext cx="800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400" b="1">
                <a:solidFill>
                  <a:srgbClr val="FF3D7A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ショート ＝ 威力</a:t>
            </a:r>
          </a:p>
          <a:p>
            <a:r>
              <a:rPr kumimoji="1" lang="ja-JP" altLang="en-US" sz="2400" b="1">
                <a:solidFill>
                  <a:srgbClr val="FF3D7A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　 極太の一撃で重く返す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CE840E-C8F6-20CE-06E5-BDDFC614ECF1}"/>
              </a:ext>
            </a:extLst>
          </p:cNvPr>
          <p:cNvSpPr txBox="1"/>
          <p:nvPr/>
        </p:nvSpPr>
        <p:spPr>
          <a:xfrm>
            <a:off x="952500" y="4254500"/>
            <a:ext cx="800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400" b="1">
                <a:solidFill>
                  <a:srgbClr val="4DD9A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チーズ ＝ 連鎖</a:t>
            </a:r>
          </a:p>
          <a:p>
            <a:r>
              <a:rPr kumimoji="1" lang="ja-JP" altLang="en-US" sz="2400" b="1">
                <a:solidFill>
                  <a:srgbClr val="4DD9A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　 的から的へ飛び移る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AA5E39-81F0-1B12-96D5-67C748E8DBD0}"/>
              </a:ext>
            </a:extLst>
          </p:cNvPr>
          <p:cNvSpPr txBox="1"/>
          <p:nvPr/>
        </p:nvSpPr>
        <p:spPr>
          <a:xfrm>
            <a:off x="952500" y="5270500"/>
            <a:ext cx="800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400" b="1">
                <a:solidFill>
                  <a:srgbClr val="4D99FF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ロール ＝ 渦</a:t>
            </a:r>
          </a:p>
          <a:p>
            <a:r>
              <a:rPr kumimoji="1" lang="ja-JP" altLang="en-US" sz="2400" b="1">
                <a:solidFill>
                  <a:srgbClr val="4D99FF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　 弾を巻き取りスパイラルで放出</a:t>
            </a:r>
          </a:p>
        </p:txBody>
      </p:sp>
    </p:spTree>
    <p:extLst>
      <p:ext uri="{BB962C8B-B14F-4D97-AF65-F5344CB8AC3E}">
        <p14:creationId xmlns:p14="http://schemas.microsoft.com/office/powerpoint/2010/main" val="386173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4C071B7-E477-22F9-67FD-D30602A0450A}"/>
              </a:ext>
            </a:extLst>
          </p:cNvPr>
          <p:cNvSpPr/>
          <p:nvPr/>
        </p:nvSpPr>
        <p:spPr>
          <a:xfrm>
            <a:off x="635000" y="889000"/>
            <a:ext cx="127000" cy="762000"/>
          </a:xfrm>
          <a:prstGeom prst="rect">
            <a:avLst/>
          </a:prstGeom>
          <a:solidFill>
            <a:srgbClr val="FF3D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63A50C-17D8-3041-135F-F11FCC62A7F7}"/>
              </a:ext>
            </a:extLst>
          </p:cNvPr>
          <p:cNvSpPr txBox="1"/>
          <p:nvPr/>
        </p:nvSpPr>
        <p:spPr>
          <a:xfrm>
            <a:off x="952500" y="762000"/>
            <a:ext cx="838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3600" b="1">
                <a:solidFill>
                  <a:srgbClr val="FF3D7A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毎回違う、</a:t>
            </a:r>
            <a:r>
              <a:rPr kumimoji="1" lang="en-US" altLang="ja-JP" sz="3600" b="1">
                <a:solidFill>
                  <a:srgbClr val="FF3D7A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3</a:t>
            </a:r>
            <a:r>
              <a:rPr kumimoji="1" lang="ja-JP" altLang="en-US" sz="3600" b="1">
                <a:solidFill>
                  <a:srgbClr val="FF3D7A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体連続ボス戦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0C7F95-93FD-B28D-3D86-485B9268535E}"/>
              </a:ext>
            </a:extLst>
          </p:cNvPr>
          <p:cNvSpPr txBox="1"/>
          <p:nvPr/>
        </p:nvSpPr>
        <p:spPr>
          <a:xfrm>
            <a:off x="952500" y="2159000"/>
            <a:ext cx="800100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</a:t>
            </a:r>
            <a:r>
              <a:rPr kumimoji="1" lang="en-US" altLang="ja-JP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3</a:t>
            </a:r>
            <a:r>
              <a:rPr kumimoji="1" lang="ja-JP" altLang="en-US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体のボスを連続で攻略（ボスラッシュ）</a:t>
            </a:r>
          </a:p>
          <a:p>
            <a:endParaRPr kumimoji="1" lang="ja-JP" altLang="en-US" sz="2400">
              <a:solidFill>
                <a:srgbClr val="FFF0DB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  <a:p>
            <a:r>
              <a:rPr kumimoji="1" lang="ja-JP" altLang="en-US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ボスは技をランダムに所持 ＝ 毎回違う戦い</a:t>
            </a:r>
          </a:p>
          <a:p>
            <a:endParaRPr kumimoji="1" lang="ja-JP" altLang="en-US" sz="2400">
              <a:solidFill>
                <a:srgbClr val="FFF0DB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  <a:p>
            <a:r>
              <a:rPr kumimoji="1" lang="ja-JP" altLang="en-US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反射を当てるとボスが「崩れて」弱点露出</a:t>
            </a:r>
          </a:p>
          <a:p>
            <a:endParaRPr kumimoji="1" lang="ja-JP" altLang="en-US" sz="2400">
              <a:solidFill>
                <a:srgbClr val="FFF0DB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  <a:p>
            <a:r>
              <a:rPr kumimoji="1" lang="ja-JP" altLang="en-US" sz="2400">
                <a:solidFill>
                  <a:srgbClr val="FFF0DB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● 崩し中は一気に攻めるチャンス！</a:t>
            </a:r>
          </a:p>
        </p:txBody>
      </p:sp>
    </p:spTree>
    <p:extLst>
      <p:ext uri="{BB962C8B-B14F-4D97-AF65-F5344CB8AC3E}">
        <p14:creationId xmlns:p14="http://schemas.microsoft.com/office/powerpoint/2010/main" val="3854572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A4 210 x 297 mm</PresentationFormat>
  <Paragraphs>28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Meiryo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THAP13A22412 蔵原啓介</dc:creator>
  <cp:lastModifiedBy>THAP13A22412 蔵原啓介</cp:lastModifiedBy>
  <cp:revision>1</cp:revision>
  <dcterms:created xsi:type="dcterms:W3CDTF">2026-06-11T07:49:35Z</dcterms:created>
  <dcterms:modified xsi:type="dcterms:W3CDTF">2026-06-11T07:49:35Z</dcterms:modified>
</cp:coreProperties>
</file>